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stands for HyperText Markup Language.</a:t>
            </a:r>
          </a:p>
          <a:p>
            <a:r>
              <a:t>Used to create structure of web pages.</a:t>
            </a:r>
          </a:p>
          <a:p>
            <a:r>
              <a:t>HTML is the foundation of web development.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HTML describes structure of web pages.</a:t>
            </a:r>
          </a:p>
          <a:p>
            <a:r>
              <a:t>Uses elements like &lt;h1&gt;, &lt;p&gt;, &lt;div&gt;.</a:t>
            </a:r>
          </a:p>
          <a:p>
            <a:r>
              <a:t>Works with CSS and JavaScript.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Editors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Editors are used to write HTML code.</a:t>
            </a:r>
          </a:p>
          <a:p>
            <a:r>
              <a:t>Examples:</a:t>
            </a:r>
          </a:p>
          <a:p>
            <a:r>
              <a:t>• Notepad</a:t>
            </a:r>
          </a:p>
          <a:p>
            <a:r>
              <a:t>• VS Code</a:t>
            </a:r>
          </a:p>
          <a:p>
            <a:r>
              <a:t>• Sublime Text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Basic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Basic structure:</a:t>
            </a:r>
          </a:p>
          <a:p>
            <a:r>
              <a:t>&lt;!DOCTYPE html&gt;</a:t>
            </a:r>
          </a:p>
          <a:p>
            <a:r>
              <a:t>&lt;html&gt;</a:t>
            </a:r>
          </a:p>
          <a:p>
            <a:r>
              <a:t>&lt;head&gt;&lt;/head&gt;</a:t>
            </a:r>
          </a:p>
          <a:p>
            <a:r>
              <a:t>&lt;body&gt;&lt;/body&gt;</a:t>
            </a:r>
          </a:p>
          <a:p>
            <a:r>
              <a:t>&lt;/html&gt;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Elements are building blocks of HTML.</a:t>
            </a:r>
          </a:p>
          <a:p>
            <a:r>
              <a:t>Example:</a:t>
            </a:r>
          </a:p>
          <a:p>
            <a:r>
              <a:t>&lt;p&gt;This is paragraph&lt;/p&gt;</a:t>
            </a:r>
          </a:p>
          <a:p>
            <a:r>
              <a:t>Opening tag + content + closing tag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Attributes provide extra information.</a:t>
            </a:r>
          </a:p>
          <a:p>
            <a:r>
              <a:t>Example:</a:t>
            </a:r>
          </a:p>
          <a:p>
            <a:r>
              <a:t>&lt;a href="https://example.com"&gt;Link&lt;/a&gt;</a:t>
            </a:r>
          </a:p>
          <a:p>
            <a:r>
              <a:t>href is attribute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Headings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Headings range from &lt;h1&gt; to &lt;h6&gt;.</a:t>
            </a:r>
          </a:p>
          <a:p>
            <a:r>
              <a:t>&lt;h1&gt; largest</a:t>
            </a:r>
          </a:p>
          <a:p>
            <a:r>
              <a:t>&lt;h6&gt; smallest</a:t>
            </a:r>
          </a:p>
          <a:p>
            <a:r>
              <a:t>Used for titles and structure.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Paragraphs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Paragraph defined using &lt;p&gt; tag.</a:t>
            </a:r>
          </a:p>
          <a:p>
            <a:r>
              <a:t>Example:</a:t>
            </a:r>
          </a:p>
          <a:p>
            <a:r>
              <a:t>&lt;p&gt;This is paragraph text&lt;/p&gt;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HTML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to apply colors, fonts, size.</a:t>
            </a:r>
          </a:p>
          <a:p>
            <a:r>
              <a:t>Example:</a:t>
            </a:r>
          </a:p>
          <a:p>
            <a:r>
              <a:t>&lt;p style="color:red;"&gt;Text&lt;/p&gt;</a:t>
            </a:r>
          </a:p>
          <a:p>
            <a:r>
              <a:t>Inline styles applied using style attribute.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