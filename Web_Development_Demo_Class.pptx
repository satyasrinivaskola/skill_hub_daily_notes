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Development Course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Web Development</a:t>
            </a:r>
          </a:p>
          <a:p>
            <a:r>
              <a:t>Trainer: Satya Kola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Web Development?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development is the process of designing and developing websites.</a:t>
            </a:r>
          </a:p>
          <a:p>
            <a:r>
              <a:t>Uses HTML, CSS, and JavaScript to make websites functional and interactive.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Website = Frontend + Backend + Database</a:t>
            </a:r>
          </a:p>
          <a:p>
            <a:r>
              <a:t>Frontend → Visible part</a:t>
            </a:r>
          </a:p>
          <a:p>
            <a:r>
              <a:t>Backend → Logic processing</a:t>
            </a:r>
          </a:p>
          <a:p>
            <a:r>
              <a:t>Database → Data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Technologies:</a:t>
            </a:r>
          </a:p>
          <a:p>
            <a:r>
              <a:t>HTML</a:t>
            </a:r>
          </a:p>
          <a:p>
            <a:r>
              <a:t>CSS</a:t>
            </a:r>
          </a:p>
          <a:p>
            <a:r>
              <a:t>JavaScript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Technologies:</a:t>
            </a:r>
          </a:p>
          <a:p>
            <a:r>
              <a:t>Node.js</a:t>
            </a:r>
          </a:p>
          <a:p>
            <a:r>
              <a:t>Java</a:t>
            </a:r>
          </a:p>
          <a:p>
            <a:r>
              <a:t>Python</a:t>
            </a:r>
          </a:p>
          <a:p>
            <a:r>
              <a:t>PHP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</a:t>
            </a:r>
          </a:p>
          <a:p>
            <a:r>
              <a:t>MongoDB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Creates structure of webpage</a:t>
            </a:r>
          </a:p>
          <a:p>
            <a:r>
              <a:t>Examples: Heading, Paragraph, Image, Button, 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styling webpages</a:t>
            </a:r>
          </a:p>
          <a:p>
            <a:r>
              <a:t>Examples: Colors, Fonts, Spacing, Layout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Adds interactivity</a:t>
            </a:r>
          </a:p>
          <a:p>
            <a:r>
              <a:t>Examples: Button click, Form validation, Popup, Slider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Client-side vs Server-side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Client-side runs in browser (JavaScript)</a:t>
            </a:r>
          </a:p>
          <a:p>
            <a:r>
              <a:t>Server-side runs on server (Node.js / Java)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Flow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enters username</a:t>
            </a:r>
          </a:p>
          <a:p>
            <a:r>
              <a:t>Frontend sends request</a:t>
            </a:r>
          </a:p>
          <a:p>
            <a:r>
              <a:t>Backend verifies data</a:t>
            </a:r>
          </a:p>
          <a:p>
            <a:r>
              <a:t>Database checks records</a:t>
            </a:r>
          </a:p>
          <a:p>
            <a:r>
              <a:t>Response sent 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Developer</a:t>
            </a:r>
          </a:p>
          <a:p>
            <a:r>
              <a:t>Backend Developer</a:t>
            </a:r>
          </a:p>
          <a:p>
            <a:r>
              <a:t>Full Stack Developer</a:t>
            </a:r>
          </a:p>
          <a:p>
            <a:r>
              <a:t>UI Developer</a:t>
            </a:r>
          </a:p>
          <a:p>
            <a:r>
              <a:t>React Developer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